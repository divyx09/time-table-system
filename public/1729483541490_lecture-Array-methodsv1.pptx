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5" r:id="rId12"/>
    <p:sldId id="266" r:id="rId13"/>
    <p:sldId id="267" r:id="rId14"/>
    <p:sldId id="280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-7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AAF65B-C759-FB0B-AE28-7293D5FDA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C92F48F-C069-CAB8-FB92-D0581EF51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DCA599-30AA-6832-2407-7B178625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3F3BF5-28DC-70E9-2709-CD8564D6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5F4F04-5844-B4E2-BA39-B52D6501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6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5EF175-CB0A-3683-D25F-9E3786EF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1D8D9F-ED8A-01DA-2ECF-5CD366979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4F257C-BAFC-B525-B7DC-E8FB495A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81EA3B-0D64-08E2-693A-5B989A1F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0914A53-08B1-9434-DE80-439DF44B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722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89233F-BCEC-D9D3-A8C5-50127C1E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204DF6-F629-3515-24CD-89EA327B6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0FA4A4-9409-F9F9-1BA8-3F643D56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3CA9EC-915C-2620-C677-167F2722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0A44B0-40D1-33C7-36B4-4E3A98AE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3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4BE8E1-21D8-F7B9-3C45-A6C36F0C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FF1387-E10D-9D3F-945D-E60B89D30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F2A9FAB-3874-4F77-D0EC-C7CD1F623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20C3937-CE18-BF6A-73EB-65E443CD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44C3F28-5F96-36D8-735D-EE28B187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CB4D17-B401-4A3D-9309-28B6C3AE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48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3FAF45-4A38-DE11-E5A9-6F95D6D1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2BFEF55-428B-EADE-FDE2-A8E6BD855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D9E7C0-91B4-D21D-8007-28EBB8916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97D8C2A-D462-DE20-5C53-B7AB7E7AD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F845B5E-1EEF-9B57-3434-9327D31B4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5E78BB0-9C3F-C65F-D159-4F72D677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B8D8E91-7657-263B-A42D-6BC27BB0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E80389F-1493-411D-92CC-370F879D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546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5C59FD-E3D6-5E2E-EFE4-9A217FCC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B06A2EF-7681-E4CA-53B5-53742B0C9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7F75944-B8F9-FB8A-A4C3-5814D7A6E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311F951-0A2F-F71B-3589-57A16F96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8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4927323-A7D0-1934-041F-E0C95A6B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34F369C-80DF-8E78-B124-BF6C6D28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5E58DE0-E834-D1E8-836F-BC353F98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9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5F673B-F689-5773-37BA-86EB0FF9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9E2DD2-20F2-7EDD-BAB5-911C5A7C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4E2557F-D465-BD01-975B-DA02D8240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0A4118-2661-D743-6B18-A508250C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2ED28E1-9B81-1148-ED1F-9F78E832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D71D19-6ADC-314C-43FF-F4997B87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66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8E2360-CF50-44C8-9387-A732627C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6EE260F-6A82-3A7A-F038-D5802F6B5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5324E7F-818A-B8A8-8BCE-8152DA414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95D0C8-BED0-6DCE-8361-0B58FA90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2E8A61A-82A4-072D-AA8C-38918EED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3F7A16D-B6CA-61D0-2788-3D6B2A0D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1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4BB6AC-B852-2F6D-90EA-2E9E9708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08457F5-A235-D84A-FF96-F6EC8ED97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8E6240-EDAC-857C-AD2A-8FB4A80F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70E722E-D810-1914-E012-3ACFCBB9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C0B36D-93DC-8DBF-3052-98271AFC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0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4B70B2C-252C-FA89-E384-25CDF7EC2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D4CE4AD-090A-2B0B-F391-B6F591587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C722B6-C0AE-10F4-3224-EC286C7D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9DBE6C-2691-476F-CFE4-7C4BD6DC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AB49A0-2352-3F22-1DDC-5032FCCF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1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A14C5E3-5DCC-7151-E8B6-6292D25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D922BCF-AAD1-82D2-EDC2-BDCD0EDFB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F9F8E1-3CA8-ABCA-D768-1AC14CAA1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6CA7F-793D-4642-A307-F196BA864769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3A54D1-60F7-0DF7-29F1-A4D97B3F5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7D0974-7434-8737-FCEF-463C2B9A8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3833D-E4B1-4010-B597-B736A8528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97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19" y="33822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 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811"/>
            <a:ext cx="10515600" cy="501006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push()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arr.push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(4);  // Adds 4 to the end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2, 3, 4]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arr.push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(10,20,30)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2, 3, 4,10,20,30]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39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last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arr.pop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// Removes 3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2]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console.log(last);  // Output: 3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24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unshift()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[2, 3, 4];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arr.unshift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  // Adds 1 to the start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2, 3, 4]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first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arr.shift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// Removes 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[2, 3]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console.log(first);  // Output: 1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6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Merges two or more arrays, returning a new array.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arr1 = [1, 2];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arr2 = [3, 4];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result = arr1.concat(arr2);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console.log(result);  // Output: [1, 2, 3, 4]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8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Joins all elements of an array into a string, separated by a specified separator.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str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arr.join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('-');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console.log(str);  // Output: "1-2-3"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4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Returns a shallow copy of a portion of an array into a new array object.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3, 4];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sliced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arr.slice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);1-start,3-end, normally end not included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console.log(sliced);  // Output: [2, 3]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31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484"/>
          </a:xfrm>
        </p:spPr>
        <p:txBody>
          <a:bodyPr>
            <a:normAutofit/>
          </a:bodyPr>
          <a:lstStyle/>
          <a:p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splice(start,deletecount,item1,item2,…..)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6" y="1033670"/>
            <a:ext cx="10966174" cy="5744817"/>
          </a:xfrm>
        </p:spPr>
        <p:txBody>
          <a:bodyPr>
            <a:normAutofit/>
          </a:bodyPr>
          <a:lstStyle/>
          <a:p>
            <a:r>
              <a:rPr lang="en-US" dirty="0"/>
              <a:t>Changes the contents of an array by removing or replacing existing elements and/or adding new elements.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3, 4];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arr.splice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2);  // Removes 2 elements starting from index 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months = ['Jan', 'March', 'April', 'June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'];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months.splice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0, 'Feb');// Inserts at index 1console.log(months);// Expected output: Array ["Jan", "Feb", "March", "April", "June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months.splice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'May');// Replaces 1 element at index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console.log(months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);// Expected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output:Array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["Jan", "Feb", "March", "April", "May"]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976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() and 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sort(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compareFn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174"/>
            <a:ext cx="10515600" cy="5157333"/>
          </a:xfrm>
        </p:spPr>
        <p:txBody>
          <a:bodyPr>
            <a:normAutofit/>
          </a:bodyPr>
          <a:lstStyle/>
          <a:p>
            <a:r>
              <a:rPr lang="en-US" dirty="0"/>
              <a:t>Reverses the order of the elements in an array in place.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arr.reverse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[3, 2, 1]</a:t>
            </a:r>
          </a:p>
          <a:p>
            <a:pPr marL="0" indent="0">
              <a:buNone/>
            </a:pPr>
            <a:r>
              <a:rPr lang="en-US" dirty="0" smtClean="0"/>
              <a:t>Sorts </a:t>
            </a:r>
            <a:r>
              <a:rPr lang="en-US" dirty="0"/>
              <a:t>the elements of an array in place and returns the sorted array.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[3, 1, 2];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arr.sort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2, 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rr.sort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)=&gt;a-b)//sort array in ascending order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9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901"/>
          </a:xfrm>
        </p:spPr>
        <p:txBody>
          <a:bodyPr>
            <a:normAutofit/>
          </a:bodyPr>
          <a:lstStyle/>
          <a:p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searchElement,from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ndex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includes()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50786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Returns the first index at which a given element can be found in the array, or -1 if not found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(2));  // Output: 1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(4));  // Output: -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beasts = ['ant', 'bison', 'camel', 'duck', 'bison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'];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beasts.indexOf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('bison'));// Expected output: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index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beasts.indexOf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('bison', 2));// Expected output: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beasts.indexOf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('giraffe'));// Expected output: -1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0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7564"/>
            <a:ext cx="10515600" cy="6162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ncludes(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searchElement,fromIndex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Determines </a:t>
            </a:r>
            <a:r>
              <a:rPr lang="en-US" dirty="0"/>
              <a:t>whether an array includes a certain element, returning true or false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arr.includes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(2));  // Output: true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arr.includes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(4));  // Output: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array1 = [1, 2, 3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console.log(array1.includes(2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));// Expected output: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  <a:p>
            <a:pPr marL="0" indent="0">
              <a:buNone/>
            </a:pP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pets = ['cat', 'dog', 'bat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'];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pets.includes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('cat'));// Expected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true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pets.includes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('at'));// Expected output: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0" indent="0">
              <a:buNone/>
            </a:pPr>
            <a:r>
              <a:rPr lang="en-US" dirty="0"/>
              <a:t>[1, 2, 3].includes(3, 3); // false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07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145"/>
          </a:xfrm>
        </p:spPr>
        <p:txBody>
          <a:bodyPr>
            <a:normAutofit/>
          </a:bodyPr>
          <a:lstStyle/>
          <a:p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find(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findIndex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666"/>
            <a:ext cx="10515600" cy="5016842"/>
          </a:xfrm>
        </p:spPr>
        <p:txBody>
          <a:bodyPr>
            <a:normAutofit/>
          </a:bodyPr>
          <a:lstStyle/>
          <a:p>
            <a:r>
              <a:rPr lang="en-US" dirty="0"/>
              <a:t>Returns the value of the first element in the array that satisfies the provided testing </a:t>
            </a:r>
            <a:r>
              <a:rPr lang="en-US" dirty="0" err="1" smtClean="0"/>
              <a:t>function,else</a:t>
            </a:r>
            <a:r>
              <a:rPr lang="en-US" dirty="0" smtClean="0"/>
              <a:t> undefined is returned.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3, 4];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found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arr.find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&gt; 2);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console.log(found);  // Output: 3</a:t>
            </a:r>
          </a:p>
          <a:p>
            <a:pPr marL="0" indent="0">
              <a:buNone/>
            </a:pPr>
            <a:r>
              <a:rPr lang="en-US" dirty="0"/>
              <a:t>Returns the index of the first element in the array that satisfies the provided testing function. Otherwise, it returns -1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3, 4];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index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arr.findIndex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&gt; 2);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console.log(index);  // Output: 2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446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filter() and map() //Most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314"/>
            <a:ext cx="10515600" cy="5350475"/>
          </a:xfrm>
        </p:spPr>
        <p:txBody>
          <a:bodyPr>
            <a:normAutofit/>
          </a:bodyPr>
          <a:lstStyle/>
          <a:p>
            <a:r>
              <a:rPr lang="en-US" dirty="0"/>
              <a:t>Creates a new array with all elements that pass the test implemented by the provided function.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3, 4];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filtered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arr.filter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&gt; 2);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console.log(filtered);  // Output: [3, 4]</a:t>
            </a:r>
          </a:p>
          <a:p>
            <a:pPr marL="0" indent="0">
              <a:buNone/>
            </a:pPr>
            <a:r>
              <a:rPr lang="en-US" dirty="0"/>
              <a:t>Creates a new array populated with the results of calling a provided function on every element in the calling array.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doubled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* 2);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console.log(doubled);  // Output: [2, 4, 6]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090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205"/>
          </a:xfrm>
        </p:spPr>
        <p:txBody>
          <a:bodyPr>
            <a:normAutofit/>
          </a:bodyPr>
          <a:lstStyle/>
          <a:p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reduce()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10"/>
            <a:ext cx="10515600" cy="54764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Executes a provided function once for each array element.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arr.forEach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console.log(x * 2));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Output:// 2 4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for loop into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items = ["item1", "item2", "item3"];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/>
              <a:t>copyItems</a:t>
            </a:r>
            <a:r>
              <a:rPr lang="en-US" dirty="0"/>
              <a:t> = [];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/>
              <a:t>before 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items.length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  <a:r>
              <a:rPr lang="en-US" dirty="0" err="1"/>
              <a:t>copyItems.push</a:t>
            </a:r>
            <a:r>
              <a:rPr lang="en-US" dirty="0"/>
              <a:t>(items[</a:t>
            </a:r>
            <a:r>
              <a:rPr lang="en-US" dirty="0" err="1"/>
              <a:t>i</a:t>
            </a:r>
            <a:r>
              <a:rPr lang="en-US" dirty="0"/>
              <a:t>]); }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/>
              <a:t>after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items.forEach</a:t>
            </a:r>
            <a:r>
              <a:rPr lang="en-US" dirty="0"/>
              <a:t>((item) =&gt; { </a:t>
            </a:r>
            <a:r>
              <a:rPr lang="en-US" dirty="0" err="1"/>
              <a:t>copyItems.push</a:t>
            </a:r>
            <a:r>
              <a:rPr lang="en-US" dirty="0"/>
              <a:t>(item); });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392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educe(</a:t>
            </a:r>
            <a:r>
              <a:rPr lang="en-US" dirty="0" err="1" smtClean="0"/>
              <a:t>Fn,initialValue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Executes a reducer function on each element of the array, </a:t>
            </a:r>
            <a:r>
              <a:rPr lang="en-US" b="1" dirty="0"/>
              <a:t>resulting in a single output value.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3, 4];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sum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arr.reduce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((total, current) =&gt; total + current, 0);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console.log(sum);  // Output: 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304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some(</a:t>
            </a: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every()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539"/>
            <a:ext cx="10515600" cy="5303466"/>
          </a:xfrm>
        </p:spPr>
        <p:txBody>
          <a:bodyPr>
            <a:normAutofit/>
          </a:bodyPr>
          <a:lstStyle/>
          <a:p>
            <a:r>
              <a:rPr lang="en-US" dirty="0"/>
              <a:t>Tests whether at least one element in the array passes the provided function.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arr.some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% 2 === 0);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true</a:t>
            </a:r>
          </a:p>
          <a:p>
            <a:pPr marL="0" indent="0">
              <a:buNone/>
            </a:pPr>
            <a:r>
              <a:rPr lang="en-US" dirty="0"/>
              <a:t>Tests whether</a:t>
            </a:r>
            <a:r>
              <a:rPr lang="en-US" b="1" dirty="0"/>
              <a:t> all </a:t>
            </a:r>
            <a:r>
              <a:rPr lang="en-US" dirty="0"/>
              <a:t>elements in the array pass the provided function.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2, 3];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allEven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arr.every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=&gt; x % 2 === 0);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allEven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false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406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173"/>
            <a:ext cx="10515600" cy="4854790"/>
          </a:xfrm>
        </p:spPr>
        <p:txBody>
          <a:bodyPr>
            <a:normAutofit/>
          </a:bodyPr>
          <a:lstStyle/>
          <a:p>
            <a:r>
              <a:rPr lang="en-US" dirty="0"/>
              <a:t>Flattens nested arrays into a single array.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[1, [2, [3, 4]]];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arr.flat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(2);  // Flattens the array to 2 levels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Output: [1, 2, 3, 4]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031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02A70-E9BD-84FD-60A5-23A62342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3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and map once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BB3E5-00A8-96E1-D5FE-755290C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466"/>
            <a:ext cx="10515600" cy="5368407"/>
          </a:xfrm>
        </p:spPr>
        <p:txBody>
          <a:bodyPr>
            <a:noAutofit/>
          </a:bodyPr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say we have an array of objects representing students, and we want to filter out students who scored more than 50 marks.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= [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name: 'John', score: 85 },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name: 'Jane', score: 45 },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name: 'Tom', score: 60 },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name: 'Lucy', score: 30 }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Filter out students with score &gt; 50</a:t>
            </a:r>
          </a:p>
          <a:p>
            <a:pPr marL="0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passedStudents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students.filter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 =&gt;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student.score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50);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passedStudents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Output:// [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  { name: 'John', score: 85 },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  { name: 'Tom', score: 60 }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]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array will be Unchanged</a:t>
            </a:r>
          </a:p>
        </p:txBody>
      </p:sp>
    </p:spTree>
    <p:extLst>
      <p:ext uri="{BB962C8B-B14F-4D97-AF65-F5344CB8AC3E}">
        <p14:creationId xmlns:p14="http://schemas.microsoft.com/office/powerpoint/2010/main" val="1493120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3324"/>
            <a:ext cx="10515600" cy="5593639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filter()</a:t>
            </a:r>
            <a:r>
              <a:rPr lang="en-US" dirty="0"/>
              <a:t> is all about </a:t>
            </a:r>
            <a:r>
              <a:rPr lang="en-US" b="1" dirty="0"/>
              <a:t>removing</a:t>
            </a:r>
            <a:r>
              <a:rPr lang="en-US" dirty="0"/>
              <a:t> or </a:t>
            </a:r>
            <a:r>
              <a:rPr lang="en-US" b="1" dirty="0"/>
              <a:t>filtering</a:t>
            </a:r>
            <a:r>
              <a:rPr lang="en-US" dirty="0"/>
              <a:t> elements based on a </a:t>
            </a:r>
            <a:r>
              <a:rPr lang="en-US" dirty="0" err="1"/>
              <a:t>condition.</a:t>
            </a:r>
            <a:r>
              <a:rPr lang="en-US" b="1" dirty="0" err="1"/>
              <a:t>map</a:t>
            </a:r>
            <a:r>
              <a:rPr lang="en-US" b="1" dirty="0"/>
              <a:t>()</a:t>
            </a:r>
            <a:r>
              <a:rPr lang="en-US" dirty="0"/>
              <a:t> is all about </a:t>
            </a:r>
            <a:r>
              <a:rPr lang="en-US" b="1" dirty="0"/>
              <a:t>transforming</a:t>
            </a:r>
            <a:r>
              <a:rPr lang="en-US" dirty="0"/>
              <a:t> elements without changing the original array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Ex: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students = [</a:t>
            </a:r>
          </a:p>
          <a:p>
            <a:pPr marL="0" indent="0">
              <a:buNone/>
            </a:pPr>
            <a:r>
              <a:rPr lang="en-US" dirty="0"/>
              <a:t>    { name: 'John', score: 85 },</a:t>
            </a:r>
          </a:p>
          <a:p>
            <a:pPr marL="0" indent="0">
              <a:buNone/>
            </a:pPr>
            <a:r>
              <a:rPr lang="en-US" dirty="0"/>
              <a:t>    { name: 'Jane', score: 45 },</a:t>
            </a:r>
          </a:p>
          <a:p>
            <a:pPr marL="0" indent="0">
              <a:buNone/>
            </a:pPr>
            <a:r>
              <a:rPr lang="en-US" dirty="0"/>
              <a:t>    { name: 'Tom', score: 60 },</a:t>
            </a:r>
          </a:p>
          <a:p>
            <a:pPr marL="0" indent="0">
              <a:buNone/>
            </a:pPr>
            <a:r>
              <a:rPr lang="en-US" dirty="0"/>
              <a:t>    { name: 'Lucy', score: 30 }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Filter students who passed and then map their names to uppercase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passedStudentNames</a:t>
            </a:r>
            <a:r>
              <a:rPr lang="en-US" dirty="0"/>
              <a:t> = students</a:t>
            </a:r>
          </a:p>
          <a:p>
            <a:pPr marL="0" indent="0">
              <a:buNone/>
            </a:pPr>
            <a:r>
              <a:rPr lang="en-US" dirty="0"/>
              <a:t>    .filter(student =&gt; </a:t>
            </a:r>
            <a:r>
              <a:rPr lang="en-US" dirty="0" err="1"/>
              <a:t>student.score</a:t>
            </a:r>
            <a:r>
              <a:rPr lang="en-US" dirty="0"/>
              <a:t> &gt; 50)</a:t>
            </a:r>
          </a:p>
          <a:p>
            <a:pPr marL="0" indent="0">
              <a:buNone/>
            </a:pPr>
            <a:r>
              <a:rPr lang="en-US" dirty="0"/>
              <a:t>    .map(student =&gt; </a:t>
            </a:r>
            <a:r>
              <a:rPr lang="en-US" dirty="0" err="1"/>
              <a:t>student.name.toUpperCase</a:t>
            </a:r>
            <a:r>
              <a:rPr lang="en-US" dirty="0"/>
              <a:t>());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passedStudentNames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// Output:</a:t>
            </a:r>
          </a:p>
          <a:p>
            <a:pPr marL="0" indent="0">
              <a:buNone/>
            </a:pPr>
            <a:r>
              <a:rPr lang="en-US" dirty="0"/>
              <a:t>// ['JOHN', 'TOM']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98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55"/>
            <a:ext cx="10515600" cy="64638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Ex: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products = [</a:t>
            </a:r>
          </a:p>
          <a:p>
            <a:pPr marL="0" indent="0">
              <a:buNone/>
            </a:pPr>
            <a:r>
              <a:rPr lang="en-US" dirty="0"/>
              <a:t>    { name: 'Laptop', price: 1000, </a:t>
            </a:r>
            <a:r>
              <a:rPr lang="en-US" dirty="0" err="1"/>
              <a:t>inStock</a:t>
            </a:r>
            <a:r>
              <a:rPr lang="en-US" dirty="0"/>
              <a:t>: true },</a:t>
            </a:r>
          </a:p>
          <a:p>
            <a:pPr marL="0" indent="0">
              <a:buNone/>
            </a:pPr>
            <a:r>
              <a:rPr lang="en-US" dirty="0"/>
              <a:t>    { name: 'Phone', price: 600, </a:t>
            </a:r>
            <a:r>
              <a:rPr lang="en-US" dirty="0" err="1"/>
              <a:t>inStock</a:t>
            </a:r>
            <a:r>
              <a:rPr lang="en-US" dirty="0"/>
              <a:t>: false },</a:t>
            </a:r>
          </a:p>
          <a:p>
            <a:pPr marL="0" indent="0">
              <a:buNone/>
            </a:pPr>
            <a:r>
              <a:rPr lang="en-US" dirty="0"/>
              <a:t>    { name: 'Tablet', price: 300, </a:t>
            </a:r>
            <a:r>
              <a:rPr lang="en-US" dirty="0" err="1"/>
              <a:t>inStock</a:t>
            </a:r>
            <a:r>
              <a:rPr lang="en-US" dirty="0"/>
              <a:t>: true },</a:t>
            </a:r>
          </a:p>
          <a:p>
            <a:pPr marL="0" indent="0">
              <a:buNone/>
            </a:pPr>
            <a:r>
              <a:rPr lang="en-US" dirty="0"/>
              <a:t>    { name: 'Monitor', price: 200, </a:t>
            </a:r>
            <a:r>
              <a:rPr lang="en-US" dirty="0" err="1"/>
              <a:t>inStock</a:t>
            </a:r>
            <a:r>
              <a:rPr lang="en-US" dirty="0"/>
              <a:t>: false }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1. Filter out only the products that are in stock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availableProducts</a:t>
            </a:r>
            <a:r>
              <a:rPr lang="en-US" dirty="0"/>
              <a:t> = </a:t>
            </a:r>
            <a:r>
              <a:rPr lang="en-US" dirty="0" err="1"/>
              <a:t>products.filter</a:t>
            </a:r>
            <a:r>
              <a:rPr lang="en-US" dirty="0"/>
              <a:t>(product =&gt; </a:t>
            </a:r>
            <a:r>
              <a:rPr lang="en-US" dirty="0" err="1"/>
              <a:t>product.inStock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2. Map the available products to their names and prices (for display)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productDetails</a:t>
            </a:r>
            <a:r>
              <a:rPr lang="en-US" dirty="0"/>
              <a:t> = </a:t>
            </a:r>
            <a:r>
              <a:rPr lang="en-US" dirty="0" err="1"/>
              <a:t>availableProducts.map</a:t>
            </a:r>
            <a:r>
              <a:rPr lang="en-US" dirty="0"/>
              <a:t>(product =&gt; `${product.name}: $${</a:t>
            </a:r>
            <a:r>
              <a:rPr lang="en-US" dirty="0" err="1"/>
              <a:t>product.price</a:t>
            </a:r>
            <a:r>
              <a:rPr lang="en-US" dirty="0"/>
              <a:t>}`);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productDetails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// Output:</a:t>
            </a:r>
          </a:p>
          <a:p>
            <a:pPr marL="0" indent="0">
              <a:buNone/>
            </a:pPr>
            <a:r>
              <a:rPr lang="en-US" dirty="0"/>
              <a:t>// ['Laptop: $1000', 'Tablet: $300']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23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r>
              <a:rPr lang="en-US" dirty="0" smtClean="0"/>
              <a:t>More examples…..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are given an array of products in a store, where each product is represented as an object with the following properties:</a:t>
            </a:r>
          </a:p>
          <a:p>
            <a:r>
              <a:rPr lang="en-US" dirty="0"/>
              <a:t>id: A unique identifier for the product.</a:t>
            </a:r>
          </a:p>
          <a:p>
            <a:r>
              <a:rPr lang="en-US" dirty="0"/>
              <a:t>name: Name of the product.</a:t>
            </a:r>
          </a:p>
          <a:p>
            <a:r>
              <a:rPr lang="en-US" dirty="0"/>
              <a:t>price: Price of the product.</a:t>
            </a:r>
          </a:p>
          <a:p>
            <a:r>
              <a:rPr lang="en-US" dirty="0" err="1"/>
              <a:t>inStock</a:t>
            </a:r>
            <a:r>
              <a:rPr lang="en-US" dirty="0"/>
              <a:t>: A </a:t>
            </a:r>
            <a:r>
              <a:rPr lang="en-US" dirty="0" err="1"/>
              <a:t>boolean</a:t>
            </a:r>
            <a:r>
              <a:rPr lang="en-US" dirty="0"/>
              <a:t> that indicates if the product is in stock or not.</a:t>
            </a:r>
          </a:p>
          <a:p>
            <a:pPr marL="0" indent="0">
              <a:buNone/>
            </a:pPr>
            <a:r>
              <a:rPr lang="en-US" dirty="0"/>
              <a:t>Write the following functions:</a:t>
            </a:r>
          </a:p>
          <a:p>
            <a:r>
              <a:rPr lang="en-US" b="1" dirty="0"/>
              <a:t>Get all in-stock product names and their prices</a:t>
            </a:r>
            <a:r>
              <a:rPr lang="en-US" dirty="0"/>
              <a:t>.</a:t>
            </a:r>
          </a:p>
          <a:p>
            <a:r>
              <a:rPr lang="en-US" b="1" dirty="0"/>
              <a:t>Calculate the total value of all products in stock</a:t>
            </a:r>
            <a:r>
              <a:rPr lang="en-US" dirty="0"/>
              <a:t>.</a:t>
            </a:r>
          </a:p>
          <a:p>
            <a:r>
              <a:rPr lang="en-US" b="1" dirty="0"/>
              <a:t>Find the product with the highest price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58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991"/>
            <a:ext cx="10515600" cy="584897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products = [</a:t>
            </a:r>
          </a:p>
          <a:p>
            <a:pPr marL="0" indent="0">
              <a:buNone/>
            </a:pPr>
            <a:r>
              <a:rPr lang="en-US" dirty="0"/>
              <a:t>    { id: 1, name: 'Laptop', price: 1000, </a:t>
            </a:r>
            <a:r>
              <a:rPr lang="en-US" dirty="0" err="1"/>
              <a:t>inStock</a:t>
            </a:r>
            <a:r>
              <a:rPr lang="en-US" dirty="0"/>
              <a:t>: true },</a:t>
            </a:r>
          </a:p>
          <a:p>
            <a:pPr marL="0" indent="0">
              <a:buNone/>
            </a:pPr>
            <a:r>
              <a:rPr lang="en-US" dirty="0"/>
              <a:t>    { id: 2, name: 'Phone', price: 600, </a:t>
            </a:r>
            <a:r>
              <a:rPr lang="en-US" dirty="0" err="1"/>
              <a:t>inStock</a:t>
            </a:r>
            <a:r>
              <a:rPr lang="en-US" dirty="0"/>
              <a:t>: false },</a:t>
            </a:r>
          </a:p>
          <a:p>
            <a:pPr marL="0" indent="0">
              <a:buNone/>
            </a:pPr>
            <a:r>
              <a:rPr lang="en-US" dirty="0"/>
              <a:t>    { id: 3, name: 'Tablet', price: 300, </a:t>
            </a:r>
            <a:r>
              <a:rPr lang="en-US" dirty="0" err="1"/>
              <a:t>inStock</a:t>
            </a:r>
            <a:r>
              <a:rPr lang="en-US" dirty="0"/>
              <a:t>: true },</a:t>
            </a:r>
          </a:p>
          <a:p>
            <a:pPr marL="0" indent="0">
              <a:buNone/>
            </a:pPr>
            <a:r>
              <a:rPr lang="en-US" dirty="0"/>
              <a:t>    { id: 4, name: 'Monitor', price: 200, </a:t>
            </a:r>
            <a:r>
              <a:rPr lang="en-US" dirty="0" err="1"/>
              <a:t>inStock</a:t>
            </a:r>
            <a:r>
              <a:rPr lang="en-US" dirty="0"/>
              <a:t>: true },</a:t>
            </a:r>
          </a:p>
          <a:p>
            <a:pPr marL="0" indent="0">
              <a:buNone/>
            </a:pPr>
            <a:r>
              <a:rPr lang="en-US" dirty="0"/>
              <a:t>    { id: 5, name: 'Keyboard', price: 100, </a:t>
            </a:r>
            <a:r>
              <a:rPr lang="en-US" dirty="0" err="1"/>
              <a:t>inStock</a:t>
            </a:r>
            <a:r>
              <a:rPr lang="en-US" dirty="0"/>
              <a:t>: false }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543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74"/>
            <a:ext cx="10515600" cy="61073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1. Get all in-stock product names and their prices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inStockProducts</a:t>
            </a:r>
            <a:r>
              <a:rPr lang="en-US" dirty="0"/>
              <a:t> = products</a:t>
            </a:r>
          </a:p>
          <a:p>
            <a:pPr marL="0" indent="0">
              <a:buNone/>
            </a:pPr>
            <a:r>
              <a:rPr lang="en-US" dirty="0"/>
              <a:t>    .filter(product =&gt; </a:t>
            </a:r>
            <a:r>
              <a:rPr lang="en-US" dirty="0" err="1"/>
              <a:t>product.inStock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.map(product =&gt; `${product.name}: $${</a:t>
            </a:r>
            <a:r>
              <a:rPr lang="en-US" dirty="0" err="1"/>
              <a:t>product.price</a:t>
            </a:r>
            <a:r>
              <a:rPr lang="en-US" dirty="0"/>
              <a:t>}`);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inStockProducts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2. Calculate the total value of all products in stock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totalValue</a:t>
            </a:r>
            <a:r>
              <a:rPr lang="en-US" dirty="0"/>
              <a:t> = products</a:t>
            </a:r>
          </a:p>
          <a:p>
            <a:pPr marL="0" indent="0">
              <a:buNone/>
            </a:pPr>
            <a:r>
              <a:rPr lang="en-US" dirty="0"/>
              <a:t>    .filter(product =&gt; </a:t>
            </a:r>
            <a:r>
              <a:rPr lang="en-US" dirty="0" err="1"/>
              <a:t>product.inStock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.reduce((sum, product) =&gt; sum + </a:t>
            </a:r>
            <a:r>
              <a:rPr lang="en-US" dirty="0" err="1"/>
              <a:t>product.price</a:t>
            </a:r>
            <a:r>
              <a:rPr lang="en-US" dirty="0"/>
              <a:t>, 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totalValue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Find the product with the highest price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highestPricedProduct</a:t>
            </a:r>
            <a:r>
              <a:rPr lang="en-US" dirty="0"/>
              <a:t> = products</a:t>
            </a:r>
          </a:p>
          <a:p>
            <a:pPr marL="0" indent="0">
              <a:buNone/>
            </a:pPr>
            <a:r>
              <a:rPr lang="en-US" dirty="0"/>
              <a:t>    .reduce((highest, product) =&gt; (</a:t>
            </a:r>
            <a:r>
              <a:rPr lang="en-US" dirty="0" err="1"/>
              <a:t>product.price</a:t>
            </a:r>
            <a:r>
              <a:rPr lang="en-US" dirty="0"/>
              <a:t> &gt; </a:t>
            </a:r>
            <a:r>
              <a:rPr lang="en-US" dirty="0" err="1"/>
              <a:t>highest.price</a:t>
            </a:r>
            <a:r>
              <a:rPr lang="en-US" dirty="0"/>
              <a:t> ? product : highest), products[0]);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highestPricedProduct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31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8113"/>
            <a:ext cx="10515600" cy="5868850"/>
          </a:xfrm>
        </p:spPr>
        <p:txBody>
          <a:bodyPr/>
          <a:lstStyle/>
          <a:p>
            <a:r>
              <a:rPr lang="en-US" dirty="0"/>
              <a:t>You are given an array of students, where each student is represented as an object with the following properties:</a:t>
            </a:r>
          </a:p>
          <a:p>
            <a:r>
              <a:rPr lang="en-US" dirty="0"/>
              <a:t>name: Name of the student.</a:t>
            </a:r>
          </a:p>
          <a:p>
            <a:r>
              <a:rPr lang="en-US" dirty="0"/>
              <a:t>marks: An array of numbers representing the student's marks in various subjects.</a:t>
            </a:r>
          </a:p>
          <a:p>
            <a:r>
              <a:rPr lang="en-US" dirty="0"/>
              <a:t>Write the following functions:</a:t>
            </a:r>
          </a:p>
          <a:p>
            <a:r>
              <a:rPr lang="en-US" b="1" dirty="0"/>
              <a:t>Find the average mark of each student</a:t>
            </a:r>
            <a:r>
              <a:rPr lang="en-US" dirty="0"/>
              <a:t>.</a:t>
            </a:r>
          </a:p>
          <a:p>
            <a:r>
              <a:rPr lang="en-US" b="1" dirty="0"/>
              <a:t>Get the list of students who have an average mark above 60</a:t>
            </a:r>
            <a:r>
              <a:rPr lang="en-US" dirty="0"/>
              <a:t>.</a:t>
            </a:r>
          </a:p>
          <a:p>
            <a:r>
              <a:rPr lang="en-US" b="1" dirty="0"/>
              <a:t>Sort the students based on their average marks in descending order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528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904"/>
            <a:ext cx="10515600" cy="599805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students = [</a:t>
            </a:r>
          </a:p>
          <a:p>
            <a:pPr marL="0" indent="0">
              <a:buNone/>
            </a:pPr>
            <a:r>
              <a:rPr lang="en-US" dirty="0"/>
              <a:t>    { name: 'John', marks: [85, 90, 78] },</a:t>
            </a:r>
          </a:p>
          <a:p>
            <a:pPr marL="0" indent="0">
              <a:buNone/>
            </a:pPr>
            <a:r>
              <a:rPr lang="en-US" dirty="0"/>
              <a:t>    { name: 'Jane', marks: [60, 65, 58] },</a:t>
            </a:r>
          </a:p>
          <a:p>
            <a:pPr marL="0" indent="0">
              <a:buNone/>
            </a:pPr>
            <a:r>
              <a:rPr lang="en-US" dirty="0"/>
              <a:t>    { name: 'Tom', marks: [45, 50, 55] },</a:t>
            </a:r>
          </a:p>
          <a:p>
            <a:pPr marL="0" indent="0">
              <a:buNone/>
            </a:pPr>
            <a:r>
              <a:rPr lang="en-US" dirty="0"/>
              <a:t>    { name: 'Lucy', marks: [95, 92, 88] }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50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87"/>
            <a:ext cx="10515600" cy="60278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1. Find the average mark of each student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studentAverages</a:t>
            </a:r>
            <a:r>
              <a:rPr lang="en-US" dirty="0"/>
              <a:t> = </a:t>
            </a:r>
            <a:r>
              <a:rPr lang="en-US" dirty="0" err="1"/>
              <a:t>students.map</a:t>
            </a:r>
            <a:r>
              <a:rPr lang="en-US" dirty="0"/>
              <a:t>(student =&gt;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totalMarks</a:t>
            </a:r>
            <a:r>
              <a:rPr lang="en-US" dirty="0"/>
              <a:t> = </a:t>
            </a:r>
            <a:r>
              <a:rPr lang="en-US" dirty="0" err="1"/>
              <a:t>student.marks.reduce</a:t>
            </a:r>
            <a:r>
              <a:rPr lang="en-US" dirty="0"/>
              <a:t>((sum, mark) =&gt; sum + mark, 0);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average = </a:t>
            </a:r>
            <a:r>
              <a:rPr lang="en-US" dirty="0" err="1"/>
              <a:t>totalMarks</a:t>
            </a:r>
            <a:r>
              <a:rPr lang="en-US" dirty="0"/>
              <a:t> / </a:t>
            </a:r>
            <a:r>
              <a:rPr lang="en-US" dirty="0" err="1"/>
              <a:t>student.marks.length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{ name: student.name, average: average };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studentAverages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2. Get the list of students who have an average mark above 60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studentsAbove60 = </a:t>
            </a:r>
            <a:r>
              <a:rPr lang="en-US" dirty="0" err="1"/>
              <a:t>studentAverages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.filter(student =&gt; </a:t>
            </a:r>
            <a:r>
              <a:rPr lang="en-US" dirty="0" err="1"/>
              <a:t>student.average</a:t>
            </a:r>
            <a:r>
              <a:rPr lang="en-US" dirty="0"/>
              <a:t> &gt; 60)</a:t>
            </a:r>
          </a:p>
          <a:p>
            <a:pPr marL="0" indent="0">
              <a:buNone/>
            </a:pPr>
            <a:r>
              <a:rPr lang="en-US" dirty="0"/>
              <a:t>    .map(student =&gt; student.name);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console.log(studentsAbove60);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075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8113"/>
            <a:ext cx="10515600" cy="58688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Sort the students based on their average marks in descending order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sortedStudents</a:t>
            </a:r>
            <a:r>
              <a:rPr lang="en-US" dirty="0"/>
              <a:t> = </a:t>
            </a:r>
            <a:r>
              <a:rPr lang="en-US" dirty="0" err="1"/>
              <a:t>studentAverages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.sort((a, b) =&gt; </a:t>
            </a:r>
            <a:r>
              <a:rPr lang="en-US" dirty="0" err="1"/>
              <a:t>b.average</a:t>
            </a:r>
            <a:r>
              <a:rPr lang="en-US" dirty="0"/>
              <a:t> - </a:t>
            </a:r>
            <a:r>
              <a:rPr lang="en-US" dirty="0" err="1"/>
              <a:t>a.average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sortedStudents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 Final Output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[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{ name: 'Lucy', average: 91.67 },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{ name: 'John', average: 84.33 },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{ name: 'Jane', average: 61 },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{ name: 'Tom', average: 50 }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02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2179</Words>
  <Application>Microsoft Office PowerPoint</Application>
  <PresentationFormat>Custom</PresentationFormat>
  <Paragraphs>262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JavaScript  Array Methods</vt:lpstr>
      <vt:lpstr>PowerPoint Presentation</vt:lpstr>
      <vt:lpstr>unshift()</vt:lpstr>
      <vt:lpstr>concat()</vt:lpstr>
      <vt:lpstr>join()</vt:lpstr>
      <vt:lpstr>slice()</vt:lpstr>
      <vt:lpstr>splice(start,deletecount,item1,item2,…..) </vt:lpstr>
      <vt:lpstr>reverse () and sort(compareFn)</vt:lpstr>
      <vt:lpstr>indexOf(searchElement,fromIndex) and includes()</vt:lpstr>
      <vt:lpstr>PowerPoint Presentation</vt:lpstr>
      <vt:lpstr>find(Fn) and findIndex(Fn)</vt:lpstr>
      <vt:lpstr>filter() and map() //Most Important</vt:lpstr>
      <vt:lpstr>forEach(Fn) and reduce()</vt:lpstr>
      <vt:lpstr>reduce(Fn,initialValue)</vt:lpstr>
      <vt:lpstr>some(Fn) and every()</vt:lpstr>
      <vt:lpstr>flat()</vt:lpstr>
      <vt:lpstr>filter and map once again</vt:lpstr>
      <vt:lpstr>PowerPoint Presentation</vt:lpstr>
      <vt:lpstr>PowerPoint Presentation</vt:lpstr>
      <vt:lpstr>More examples…..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 Array Methods</dc:title>
  <dc:creator>kapil B</dc:creator>
  <cp:lastModifiedBy>HOD CSE</cp:lastModifiedBy>
  <cp:revision>45</cp:revision>
  <dcterms:created xsi:type="dcterms:W3CDTF">2024-10-02T16:57:38Z</dcterms:created>
  <dcterms:modified xsi:type="dcterms:W3CDTF">2024-10-03T08:07:53Z</dcterms:modified>
</cp:coreProperties>
</file>