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-102" y="-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96D42B-BE69-A5AA-3947-712481EA8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AD2EC65-804C-E792-C4BC-12D59636E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DAF4A9-9034-03A0-026E-06633A1D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888F5D-E3A4-DC5A-BF2A-B3FE044A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7C1D07B-4FDF-18F8-0FB5-B1AA9B96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9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081C8-EC21-33C9-A24F-144BC988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070246-E556-B8CE-5C77-751D1BD3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0FE316-AA49-4597-B2F3-1E9CD6E1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8B30CA-282A-C062-7688-B4824561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512EBB-68C5-A3A8-6C89-426E89F2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1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9A0E82-BE53-0CB4-A5D4-27B64619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2DEA34-9CA3-0F5D-8FEE-B8AFADE8B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44500E-EE9A-686F-F864-CEA8670B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747390-2583-9C15-5AB0-CF2F6133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19945D-E9C7-08CF-3A38-8705CCD4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38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7EC8E1-EC1E-9A40-81B7-1A1D7676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70C756-05A7-DD0F-D51E-40A316590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0DF6A0-B18E-6F4B-D04B-A1B02AF5C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162FB67-25BE-5F57-2337-8807648F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6E4C7DE-D7AD-A4CD-4168-34E2BC10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7CD4E7F-57A9-9DA9-3A45-1DD82E9E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28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58E325-F3CB-37CA-C7E7-967834DD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797CF6-A39E-4ECC-273B-509C4593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0B331F8-64BD-FFD0-E3D0-2FC6FA683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022F6E8-9042-A183-7D12-C45AA4477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A954919-EF60-24FE-0502-9C78E15DB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D61B98B-9119-02DE-52CD-B8E6DA25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67063A6-E987-CB45-2B39-DA8E91A57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43990EE-9145-F453-9938-9D57AE6E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35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C2CA6-AD54-1DEC-7CBE-E3E7F0A0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54357EF-7490-3B7B-B854-738C2955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1F3D174-4A88-4B85-DD4E-EEF9D83E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73B4CA-7128-65F6-1565-DB393581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51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21E5DDA-4DD7-9053-38D2-D4F67EA5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9093C86-9885-C241-26C3-2109278F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342BCEB-4EB6-7D58-4893-8D3695BE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77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75EAA-9D50-7C70-3A53-63D0A818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1E9E86-D4F2-6156-32E3-AD8F713C3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A45F6AD-4129-94D0-4DAC-266055CF4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DCC30C-7587-0CAE-6BA2-61F7B214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B7A125-7764-AC41-A24A-1AFEBD76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3CBE9D0-D6EC-86E4-0584-76DF654F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4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251DD7-CA61-3B6F-6974-101E44F9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1D44A1F-F08E-6DCB-42AD-9C797F71D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23A0488-412F-5EC4-E8E7-6F625EA77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0ABDCCC-CA6C-0C32-68AA-E2B22353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233416-9D62-A9F4-EABF-4ACAA9A6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6755C81-D452-3DDB-07D0-0AADEFEE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62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896555-1FD2-0167-0C93-4C49BC37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7294903-F84E-63B3-F279-00648D2A7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D3A553-B08E-A1E8-2F41-FBE2AD0C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46B9A2-90C5-E896-8CC0-69C8761A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B38ED58-3AF2-01FB-C861-43662187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34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5F3FDE8-8BE1-B427-940C-573535633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E2C2D42-84B3-3A0F-F08B-1383E0F92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499866-388D-AF99-700C-0D2DE421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1122B9-C508-FF01-2249-30BDA5BF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DD53DF-8755-D877-7A68-72FB634E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2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E6F326F-E148-3697-F258-3947C758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06BAE11-136D-E21C-76F1-D06C53479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19BDAB-0092-8530-4C0B-E1FED80D9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EDE95-165A-4861-9F04-0C12B8A613E2}" type="datetimeFigureOut">
              <a:rPr lang="en-IN" smtClean="0"/>
              <a:t>08-10-2024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94BA76-2384-132F-57E6-D5C264C25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FDAD2E3-EDAF-2E80-34C2-2ECBC1685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74342-448F-41F2-B979-9739F823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6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</p:spPr>
        <p:txBody>
          <a:bodyPr>
            <a:normAutofit fontScale="90000"/>
          </a:bodyPr>
          <a:lstStyle/>
          <a:p>
            <a:r>
              <a:rPr lang="en-IN" dirty="0"/>
              <a:t>Some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102"/>
            <a:ext cx="10515600" cy="52077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students = [</a:t>
            </a:r>
          </a:p>
          <a:p>
            <a:pPr marL="0" indent="0">
              <a:buNone/>
            </a:pPr>
            <a:r>
              <a:rPr lang="en-IN" dirty="0"/>
              <a:t>    { id: 1, name: ‘Ram', age: 22, score: 85, grade: 'B' },</a:t>
            </a:r>
          </a:p>
          <a:p>
            <a:pPr marL="0" indent="0">
              <a:buNone/>
            </a:pPr>
            <a:r>
              <a:rPr lang="en-IN" dirty="0"/>
              <a:t>    { id: 2, name: ‘Shyam', age: 23, score: 90, grade: 'A' },</a:t>
            </a:r>
          </a:p>
          <a:p>
            <a:pPr marL="0" indent="0">
              <a:buNone/>
            </a:pPr>
            <a:r>
              <a:rPr lang="en-IN" dirty="0"/>
              <a:t>    { id: 3, name: ‘</a:t>
            </a:r>
            <a:r>
              <a:rPr lang="en-IN" dirty="0" err="1"/>
              <a:t>shivam</a:t>
            </a:r>
            <a:r>
              <a:rPr lang="en-IN" dirty="0"/>
              <a:t>', age: 21, score: 78, grade: 'C' },</a:t>
            </a:r>
          </a:p>
          <a:p>
            <a:pPr marL="0" indent="0">
              <a:buNone/>
            </a:pPr>
            <a:r>
              <a:rPr lang="en-IN" dirty="0"/>
              <a:t>    { id: 4, name: ‘</a:t>
            </a:r>
            <a:r>
              <a:rPr lang="en-IN" dirty="0" err="1"/>
              <a:t>gautam</a:t>
            </a:r>
            <a:r>
              <a:rPr lang="en-IN" dirty="0"/>
              <a:t>', age: 25, score: 92, grade: 'A' },</a:t>
            </a:r>
          </a:p>
          <a:p>
            <a:pPr marL="0" indent="0">
              <a:buNone/>
            </a:pPr>
            <a:r>
              <a:rPr lang="en-IN" dirty="0"/>
              <a:t>    { id: 5, name: ‘</a:t>
            </a:r>
            <a:r>
              <a:rPr lang="en-IN" dirty="0" err="1"/>
              <a:t>shourya</a:t>
            </a:r>
            <a:r>
              <a:rPr lang="en-IN" dirty="0"/>
              <a:t>', age: 20, score: 88, grade: 'B' },</a:t>
            </a:r>
          </a:p>
          <a:p>
            <a:pPr marL="0" indent="0">
              <a:buNone/>
            </a:pPr>
            <a:r>
              <a:rPr lang="en-IN" dirty="0"/>
              <a:t>    { id: 6, name: ‘</a:t>
            </a:r>
            <a:r>
              <a:rPr lang="en-IN" dirty="0" err="1"/>
              <a:t>shubham</a:t>
            </a:r>
            <a:r>
              <a:rPr lang="en-IN" dirty="0"/>
              <a:t>', age: 22, score: 75, grade: 'C' },</a:t>
            </a:r>
          </a:p>
          <a:p>
            <a:pPr marL="0" indent="0">
              <a:buNone/>
            </a:pPr>
            <a:r>
              <a:rPr lang="en-IN" dirty="0"/>
              <a:t>    { id: 7, name: ‘</a:t>
            </a:r>
            <a:r>
              <a:rPr lang="en-IN" dirty="0" err="1"/>
              <a:t>sita</a:t>
            </a:r>
            <a:r>
              <a:rPr lang="en-IN" dirty="0"/>
              <a:t>', age: 24, score: 94, grade: 'A' },</a:t>
            </a:r>
          </a:p>
          <a:p>
            <a:pPr marL="0" indent="0">
              <a:buNone/>
            </a:pPr>
            <a:r>
              <a:rPr lang="en-IN" dirty="0"/>
              <a:t>    { id: 8, name: ‘</a:t>
            </a:r>
            <a:r>
              <a:rPr lang="en-IN" dirty="0" err="1"/>
              <a:t>geeta</a:t>
            </a:r>
            <a:r>
              <a:rPr lang="en-IN" dirty="0"/>
              <a:t>', age: 23, score: 80, grade: 'B' },</a:t>
            </a:r>
          </a:p>
          <a:p>
            <a:pPr marL="0" indent="0">
              <a:buNone/>
            </a:pPr>
            <a:r>
              <a:rPr lang="en-IN" dirty="0"/>
              <a:t>    { id: 9, name: ‘</a:t>
            </a:r>
            <a:r>
              <a:rPr lang="en-IN" dirty="0" err="1"/>
              <a:t>keerat</a:t>
            </a:r>
            <a:r>
              <a:rPr lang="en-IN" dirty="0"/>
              <a:t>', age: 22, score: 67, grade: 'D' },</a:t>
            </a:r>
          </a:p>
          <a:p>
            <a:pPr marL="0" indent="0">
              <a:buNone/>
            </a:pPr>
            <a:r>
              <a:rPr lang="en-IN" dirty="0"/>
              <a:t>    { id: 10, name: ‘</a:t>
            </a:r>
            <a:r>
              <a:rPr lang="en-IN" dirty="0" err="1"/>
              <a:t>sirat</a:t>
            </a:r>
            <a:r>
              <a:rPr lang="en-IN" dirty="0"/>
              <a:t>', age: 20, score: 82, grade: 'B' }</a:t>
            </a:r>
          </a:p>
          <a:p>
            <a:pPr marL="0" indent="0">
              <a:buNone/>
            </a:pPr>
            <a:r>
              <a:rPr lang="en-IN" dirty="0"/>
              <a:t>];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04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Q1.find out students having score above 75.</a:t>
            </a:r>
          </a:p>
          <a:p>
            <a:r>
              <a:rPr lang="en-IN" dirty="0"/>
              <a:t>Q2.Extract the name and grades of all students </a:t>
            </a:r>
          </a:p>
          <a:p>
            <a:r>
              <a:rPr lang="en-IN" dirty="0"/>
              <a:t>Q3.find the average score of all students in the class.</a:t>
            </a:r>
          </a:p>
          <a:p>
            <a:r>
              <a:rPr lang="en-IN" dirty="0"/>
              <a:t>Q4.find the first student having score below 70.</a:t>
            </a:r>
          </a:p>
          <a:p>
            <a:r>
              <a:rPr lang="en-IN" dirty="0"/>
              <a:t>Q5.sort the students based on their score in ascending and descending order.</a:t>
            </a:r>
          </a:p>
          <a:p>
            <a:r>
              <a:rPr lang="en-IN" dirty="0"/>
              <a:t>Q6.How many students having score below 85.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71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4118"/>
          </a:xfrm>
        </p:spPr>
        <p:txBody>
          <a:bodyPr/>
          <a:lstStyle/>
          <a:p>
            <a:r>
              <a:rPr lang="en-IN" dirty="0"/>
              <a:t>DOM manipulation using </a:t>
            </a:r>
            <a:r>
              <a:rPr lang="en-IN" dirty="0" err="1"/>
              <a:t>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0962"/>
            <a:ext cx="10515600" cy="4966001"/>
          </a:xfrm>
        </p:spPr>
        <p:txBody>
          <a:bodyPr/>
          <a:lstStyle/>
          <a:p>
            <a:r>
              <a:rPr lang="en-IN" dirty="0"/>
              <a:t>Methods</a:t>
            </a:r>
          </a:p>
          <a:p>
            <a:pPr marL="514350" indent="-514350">
              <a:buAutoNum type="arabicPeriod"/>
            </a:pPr>
            <a:r>
              <a:rPr lang="en-IN" dirty="0" err="1"/>
              <a:t>document.getElementById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US" dirty="0"/>
              <a:t>const p = </a:t>
            </a:r>
            <a:r>
              <a:rPr lang="en-US" dirty="0" err="1"/>
              <a:t>document.getElementById</a:t>
            </a:r>
            <a:r>
              <a:rPr lang="en-US" dirty="0"/>
              <a:t>(‘demo’);</a:t>
            </a:r>
          </a:p>
          <a:p>
            <a:pPr marL="0" indent="0">
              <a:buNone/>
            </a:pPr>
            <a:r>
              <a:rPr lang="en-US" dirty="0" err="1"/>
              <a:t>p.textContent</a:t>
            </a:r>
            <a:r>
              <a:rPr lang="en-US" dirty="0"/>
              <a:t> = ‘Hi ! paragraph changes';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06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 err="1"/>
              <a:t>document.getElementsByClassName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Returns an </a:t>
            </a:r>
            <a:r>
              <a:rPr lang="en-US" dirty="0" err="1"/>
              <a:t>HTMLCollection</a:t>
            </a:r>
            <a:r>
              <a:rPr lang="en-US" dirty="0"/>
              <a:t> of elements with the given class name. This collection is live and updates as the DOM changes.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US" dirty="0"/>
              <a:t>const items = </a:t>
            </a:r>
            <a:r>
              <a:rPr lang="en-US" dirty="0" err="1"/>
              <a:t>document.getElementsByClassName</a:t>
            </a:r>
            <a:r>
              <a:rPr lang="en-US" dirty="0"/>
              <a:t>('list-item');</a:t>
            </a:r>
          </a:p>
          <a:p>
            <a:pPr marL="0" indent="0">
              <a:buNone/>
            </a:pPr>
            <a:r>
              <a:rPr lang="en-US" dirty="0"/>
              <a:t>items[0].</a:t>
            </a:r>
            <a:r>
              <a:rPr lang="en-US" dirty="0" err="1"/>
              <a:t>style.color</a:t>
            </a:r>
            <a:r>
              <a:rPr lang="en-US" dirty="0"/>
              <a:t> = 'blue';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18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3.document.querySelector()</a:t>
            </a:r>
          </a:p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Selects the first element that matches a CSS selector.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firstItem</a:t>
            </a:r>
            <a:r>
              <a:rPr lang="en-IN" dirty="0"/>
              <a:t> = </a:t>
            </a:r>
            <a:r>
              <a:rPr lang="en-IN" dirty="0" err="1"/>
              <a:t>document.querySelector</a:t>
            </a:r>
            <a:r>
              <a:rPr lang="en-IN" dirty="0"/>
              <a:t>('.</a:t>
            </a:r>
            <a:r>
              <a:rPr lang="en-IN" dirty="0">
                <a:highlight>
                  <a:srgbClr val="FFFF00"/>
                </a:highlight>
              </a:rPr>
              <a:t>list-item</a:t>
            </a:r>
            <a:r>
              <a:rPr lang="en-IN" dirty="0"/>
              <a:t>');</a:t>
            </a:r>
          </a:p>
          <a:p>
            <a:pPr marL="0" indent="0">
              <a:buNone/>
            </a:pPr>
            <a:r>
              <a:rPr lang="en-IN" dirty="0" err="1"/>
              <a:t>firstItem.style.backgroundColor</a:t>
            </a:r>
            <a:r>
              <a:rPr lang="en-IN" dirty="0"/>
              <a:t> = ‘blue';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60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4. </a:t>
            </a:r>
            <a:r>
              <a:rPr lang="en-IN" dirty="0" err="1"/>
              <a:t>document.querySelectorAll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US" b="1" dirty="0"/>
              <a:t>Description</a:t>
            </a:r>
            <a:r>
              <a:rPr lang="en-US" dirty="0"/>
              <a:t>: Selects all elements that match a CSS selector and returns a </a:t>
            </a:r>
            <a:r>
              <a:rPr lang="en-US" dirty="0" err="1"/>
              <a:t>NodeList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US" dirty="0"/>
              <a:t>const items = </a:t>
            </a:r>
            <a:r>
              <a:rPr lang="en-US" dirty="0" err="1"/>
              <a:t>document.querySelectorAll</a:t>
            </a:r>
            <a:r>
              <a:rPr lang="en-US" dirty="0"/>
              <a:t>('.</a:t>
            </a:r>
            <a:r>
              <a:rPr lang="en-US" dirty="0">
                <a:highlight>
                  <a:srgbClr val="FFFF00"/>
                </a:highlight>
              </a:rPr>
              <a:t>list-item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dirty="0" err="1"/>
              <a:t>items.forEach</a:t>
            </a:r>
            <a:r>
              <a:rPr lang="en-US" dirty="0"/>
              <a:t>(item =&gt; </a:t>
            </a:r>
            <a:r>
              <a:rPr lang="en-US" dirty="0" err="1"/>
              <a:t>item.style.color</a:t>
            </a:r>
            <a:r>
              <a:rPr lang="en-US" dirty="0"/>
              <a:t> = ‘red');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34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Methods</a:t>
            </a:r>
          </a:p>
          <a:p>
            <a:pPr marL="514350" indent="-514350">
              <a:buAutoNum type="arabicPeriod"/>
            </a:pPr>
            <a:r>
              <a:rPr lang="en-IN" dirty="0" err="1"/>
              <a:t>element.textContent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US" dirty="0"/>
              <a:t>const para = </a:t>
            </a:r>
            <a:r>
              <a:rPr lang="en-US" dirty="0" err="1"/>
              <a:t>document.querySelector</a:t>
            </a:r>
            <a:r>
              <a:rPr lang="en-US" dirty="0"/>
              <a:t>('p');</a:t>
            </a:r>
          </a:p>
          <a:p>
            <a:pPr marL="0" indent="0">
              <a:buNone/>
            </a:pPr>
            <a:r>
              <a:rPr lang="en-US" dirty="0" err="1"/>
              <a:t>para.textContent</a:t>
            </a:r>
            <a:r>
              <a:rPr lang="en-US" dirty="0"/>
              <a:t> = </a:t>
            </a:r>
            <a:r>
              <a:rPr lang="en-US" dirty="0" smtClean="0"/>
              <a:t>‘This product has been sold .';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78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Methods</a:t>
            </a:r>
          </a:p>
          <a:p>
            <a:pPr marL="514350" indent="-514350">
              <a:buAutoNum type="arabicPeriod"/>
            </a:pPr>
            <a:r>
              <a:rPr lang="en-IN" dirty="0" err="1"/>
              <a:t>element.appendChild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US" dirty="0"/>
              <a:t>Appends a child node (element) to the parent element.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newItem</a:t>
            </a:r>
            <a:r>
              <a:rPr lang="en-US" dirty="0"/>
              <a:t> = </a:t>
            </a:r>
            <a:r>
              <a:rPr lang="en-US" dirty="0" err="1"/>
              <a:t>document.createElement</a:t>
            </a:r>
            <a:r>
              <a:rPr lang="en-US" dirty="0"/>
              <a:t>('li');</a:t>
            </a:r>
          </a:p>
          <a:p>
            <a:pPr marL="0" indent="0">
              <a:buNone/>
            </a:pPr>
            <a:r>
              <a:rPr lang="en-US" dirty="0" err="1"/>
              <a:t>newItem.textContent</a:t>
            </a:r>
            <a:r>
              <a:rPr lang="en-US" dirty="0"/>
              <a:t> = ‘Alu Paratha';</a:t>
            </a:r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('list').</a:t>
            </a:r>
            <a:r>
              <a:rPr lang="en-US" dirty="0" err="1"/>
              <a:t>appendChild</a:t>
            </a:r>
            <a:r>
              <a:rPr lang="en-US" dirty="0"/>
              <a:t>(</a:t>
            </a:r>
            <a:r>
              <a:rPr lang="en-US" dirty="0" err="1"/>
              <a:t>newItem</a:t>
            </a: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558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Methods</a:t>
            </a:r>
          </a:p>
          <a:p>
            <a:pPr marL="514350" indent="-514350">
              <a:buAutoNum type="arabicPeriod"/>
            </a:pPr>
            <a:r>
              <a:rPr lang="en-IN" dirty="0" err="1"/>
              <a:t>element.remove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US" dirty="0"/>
              <a:t>const p = </a:t>
            </a:r>
            <a:r>
              <a:rPr lang="en-US" dirty="0" err="1"/>
              <a:t>document.getElementById</a:t>
            </a:r>
            <a:r>
              <a:rPr lang="en-US" dirty="0"/>
              <a:t>(‘demo’);</a:t>
            </a:r>
          </a:p>
          <a:p>
            <a:pPr marL="0" indent="0">
              <a:buNone/>
            </a:pPr>
            <a:r>
              <a:rPr lang="en-US" dirty="0" err="1"/>
              <a:t>p.textContent</a:t>
            </a:r>
            <a:r>
              <a:rPr lang="en-US" dirty="0"/>
              <a:t> = ‘Hi ! paragraph changes';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966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Modifying style</a:t>
            </a:r>
          </a:p>
          <a:p>
            <a:pPr marL="0" indent="0">
              <a:buNone/>
            </a:pPr>
            <a:r>
              <a:rPr lang="en-IN" dirty="0" smtClean="0"/>
              <a:t>Ex: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&lt;button id="</a:t>
            </a:r>
            <a:r>
              <a:rPr lang="en-IN" dirty="0" err="1"/>
              <a:t>myButton</a:t>
            </a:r>
            <a:r>
              <a:rPr lang="en-IN" dirty="0" smtClean="0"/>
              <a:t>"&gt;Submit&lt;/</a:t>
            </a:r>
            <a:r>
              <a:rPr lang="en-IN" dirty="0"/>
              <a:t>button&gt;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&lt;</a:t>
            </a:r>
            <a:r>
              <a:rPr lang="en-IN" dirty="0"/>
              <a:t>script&gt;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 smtClean="0"/>
              <a:t>const</a:t>
            </a:r>
            <a:r>
              <a:rPr lang="en-IN" dirty="0" smtClean="0"/>
              <a:t> button </a:t>
            </a:r>
            <a:r>
              <a:rPr lang="en-IN" dirty="0"/>
              <a:t>= </a:t>
            </a:r>
            <a:r>
              <a:rPr lang="en-IN" dirty="0" err="1"/>
              <a:t>document.getElementById</a:t>
            </a:r>
            <a:r>
              <a:rPr lang="en-IN" dirty="0"/>
              <a:t>('</a:t>
            </a:r>
            <a:r>
              <a:rPr lang="en-IN" dirty="0" err="1"/>
              <a:t>myButton</a:t>
            </a:r>
            <a:r>
              <a:rPr lang="en-IN" dirty="0"/>
              <a:t>');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button.style.backgroundColor</a:t>
            </a:r>
            <a:r>
              <a:rPr lang="en-IN" dirty="0"/>
              <a:t> = 'blue';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button.style.color</a:t>
            </a:r>
            <a:r>
              <a:rPr lang="en-IN" dirty="0"/>
              <a:t> = 'white';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button.style.padding</a:t>
            </a:r>
            <a:r>
              <a:rPr lang="en-IN" dirty="0"/>
              <a:t> = '10px 20px';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54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 smtClean="0"/>
              <a:t>Document.createElement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Ex:</a:t>
            </a:r>
          </a:p>
          <a:p>
            <a:pPr marL="0" indent="0">
              <a:buNone/>
            </a:pPr>
            <a:r>
              <a:rPr lang="en-IN" dirty="0" smtClean="0"/>
              <a:t>&lt;</a:t>
            </a:r>
            <a:r>
              <a:rPr lang="en-IN" dirty="0"/>
              <a:t>div id="container"&gt;&lt;/div&gt;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&lt;</a:t>
            </a:r>
            <a:r>
              <a:rPr lang="en-IN" dirty="0"/>
              <a:t>script&gt;</a:t>
            </a:r>
          </a:p>
          <a:p>
            <a:pPr marL="0" indent="0">
              <a:buNone/>
            </a:pPr>
            <a:r>
              <a:rPr lang="en-IN" dirty="0"/>
              <a:t>  let container = </a:t>
            </a:r>
            <a:r>
              <a:rPr lang="en-IN" dirty="0" err="1"/>
              <a:t>document.getElementById</a:t>
            </a:r>
            <a:r>
              <a:rPr lang="en-IN" dirty="0"/>
              <a:t>('container');</a:t>
            </a:r>
          </a:p>
          <a:p>
            <a:pPr marL="0" indent="0">
              <a:buNone/>
            </a:pPr>
            <a:r>
              <a:rPr lang="en-IN" dirty="0"/>
              <a:t>  let </a:t>
            </a:r>
            <a:r>
              <a:rPr lang="en-IN" dirty="0" err="1" smtClean="0"/>
              <a:t>newPara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err="1"/>
              <a:t>document.createElement</a:t>
            </a:r>
            <a:r>
              <a:rPr lang="en-IN" dirty="0"/>
              <a:t>('p');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 smtClean="0"/>
              <a:t>newPara.textContent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smtClean="0"/>
              <a:t>‘Product price has been increased.';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 smtClean="0"/>
              <a:t>container.appendChild</a:t>
            </a:r>
            <a:r>
              <a:rPr lang="en-IN" dirty="0" smtClean="0"/>
              <a:t>(</a:t>
            </a:r>
            <a:r>
              <a:rPr lang="en-IN" dirty="0" err="1" smtClean="0"/>
              <a:t>newPara</a:t>
            </a:r>
            <a:r>
              <a:rPr lang="en-IN" dirty="0" smtClean="0"/>
              <a:t>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34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779"/>
            <a:ext cx="10515600" cy="5893184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/>
              <a:t>e</a:t>
            </a:r>
            <a:r>
              <a:rPr lang="en-IN" dirty="0" err="1" smtClean="0"/>
              <a:t>lement.removeChild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/>
              <a:t>Ex</a:t>
            </a:r>
            <a:r>
              <a:rPr lang="en-IN" dirty="0" smtClean="0"/>
              <a:t>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ul</a:t>
            </a:r>
            <a:r>
              <a:rPr lang="en-IN" dirty="0"/>
              <a:t> id="list"&gt;</a:t>
            </a:r>
          </a:p>
          <a:p>
            <a:pPr marL="0" indent="0">
              <a:buNone/>
            </a:pPr>
            <a:r>
              <a:rPr lang="en-IN" dirty="0"/>
              <a:t>  &lt;li id="item1"&gt;Item 1&lt;/li&gt;</a:t>
            </a:r>
          </a:p>
          <a:p>
            <a:pPr marL="0" indent="0">
              <a:buNone/>
            </a:pPr>
            <a:r>
              <a:rPr lang="en-IN" dirty="0"/>
              <a:t>  &lt;li&gt;Item 2&lt;/li&gt;</a:t>
            </a:r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&lt;button id="</a:t>
            </a:r>
            <a:r>
              <a:rPr lang="en-IN" dirty="0" err="1"/>
              <a:t>removeBtn</a:t>
            </a:r>
            <a:r>
              <a:rPr lang="en-IN" dirty="0" smtClean="0"/>
              <a:t>"&gt;Delete&lt;/</a:t>
            </a:r>
            <a:r>
              <a:rPr lang="en-IN" dirty="0"/>
              <a:t>button&gt;</a:t>
            </a:r>
          </a:p>
          <a:p>
            <a:pPr marL="0" indent="0">
              <a:buNone/>
            </a:pPr>
            <a:r>
              <a:rPr lang="en-IN" dirty="0" smtClean="0"/>
              <a:t>&lt;</a:t>
            </a:r>
            <a:r>
              <a:rPr lang="en-IN" dirty="0"/>
              <a:t>script&gt;</a:t>
            </a:r>
          </a:p>
          <a:p>
            <a:pPr marL="0" indent="0">
              <a:buNone/>
            </a:pPr>
            <a:r>
              <a:rPr lang="en-IN" dirty="0"/>
              <a:t>  let </a:t>
            </a:r>
            <a:r>
              <a:rPr lang="en-IN" dirty="0" err="1" smtClean="0"/>
              <a:t>deleteBtn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err="1"/>
              <a:t>document.getElementById</a:t>
            </a:r>
            <a:r>
              <a:rPr lang="en-IN" dirty="0"/>
              <a:t>('</a:t>
            </a:r>
            <a:r>
              <a:rPr lang="en-IN" dirty="0" err="1"/>
              <a:t>removeBtn</a:t>
            </a:r>
            <a:r>
              <a:rPr lang="en-IN" dirty="0"/>
              <a:t>');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 smtClean="0"/>
              <a:t>deleteBtn.addEventListener</a:t>
            </a:r>
            <a:r>
              <a:rPr lang="en-IN" dirty="0"/>
              <a:t>('click', function() {</a:t>
            </a:r>
          </a:p>
          <a:p>
            <a:pPr marL="0" indent="0">
              <a:buNone/>
            </a:pPr>
            <a:r>
              <a:rPr lang="en-IN" dirty="0"/>
              <a:t>    let list = </a:t>
            </a:r>
            <a:r>
              <a:rPr lang="en-IN" dirty="0" err="1"/>
              <a:t>document.getElementById</a:t>
            </a:r>
            <a:r>
              <a:rPr lang="en-IN" dirty="0"/>
              <a:t>('list');</a:t>
            </a:r>
          </a:p>
          <a:p>
            <a:pPr marL="0" indent="0">
              <a:buNone/>
            </a:pPr>
            <a:r>
              <a:rPr lang="en-IN" dirty="0"/>
              <a:t>    let item1 = </a:t>
            </a:r>
            <a:r>
              <a:rPr lang="en-IN" dirty="0" err="1"/>
              <a:t>document.getElementById</a:t>
            </a:r>
            <a:r>
              <a:rPr lang="en-IN" dirty="0"/>
              <a:t>('item1');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list.removeChild</a:t>
            </a:r>
            <a:r>
              <a:rPr lang="en-IN" dirty="0"/>
              <a:t>(item1);</a:t>
            </a:r>
          </a:p>
          <a:p>
            <a:pPr marL="0" indent="0">
              <a:buNone/>
            </a:pPr>
            <a:r>
              <a:rPr lang="en-IN" dirty="0"/>
              <a:t>  });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2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element.addEventListener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/>
              <a:t>Ex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&lt;</a:t>
            </a:r>
            <a:r>
              <a:rPr lang="en-US" dirty="0"/>
              <a:t>button id</a:t>
            </a:r>
            <a:r>
              <a:rPr lang="en-US" dirty="0" smtClean="0"/>
              <a:t>=“</a:t>
            </a:r>
            <a:r>
              <a:rPr lang="en-US" dirty="0" err="1" smtClean="0"/>
              <a:t>btn</a:t>
            </a:r>
            <a:r>
              <a:rPr lang="en-US" dirty="0" smtClean="0"/>
              <a:t>-submit"&gt;Submit&lt;/</a:t>
            </a:r>
            <a:r>
              <a:rPr lang="en-US" dirty="0"/>
              <a:t>button&gt;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&lt;!-- JavaScript --&gt;</a:t>
            </a:r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  let </a:t>
            </a:r>
            <a:r>
              <a:rPr lang="en-US" dirty="0" err="1"/>
              <a:t>alertBtn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 smtClean="0"/>
              <a:t>('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-submit </a:t>
            </a:r>
            <a:r>
              <a:rPr lang="en-US" dirty="0" smtClean="0"/>
              <a:t>');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alertBtn.addEventListener</a:t>
            </a:r>
            <a:r>
              <a:rPr lang="en-US" dirty="0"/>
              <a:t>('click', function() {</a:t>
            </a:r>
          </a:p>
          <a:p>
            <a:pPr marL="0" indent="0">
              <a:buNone/>
            </a:pPr>
            <a:r>
              <a:rPr lang="en-US" dirty="0"/>
              <a:t>    alert</a:t>
            </a:r>
            <a:r>
              <a:rPr lang="en-US" dirty="0" smtClean="0"/>
              <a:t>(‘Form Submitted!');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74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element.removeEventListener</a:t>
            </a:r>
            <a:r>
              <a:rPr lang="en-US" dirty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190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87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73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EDF09-F1E4-3B60-C9B3-71E2E086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1C23A2-4CE6-6CD3-5C33-09DB07B7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460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732</Words>
  <Application>Microsoft Office PowerPoint</Application>
  <PresentationFormat>Custom</PresentationFormat>
  <Paragraphs>108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Some examples </vt:lpstr>
      <vt:lpstr>PowerPoint Presentation</vt:lpstr>
      <vt:lpstr>DOM manipulation using js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Event Handling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examples </dc:title>
  <dc:creator>kapil B</dc:creator>
  <cp:lastModifiedBy>HOD CSE</cp:lastModifiedBy>
  <cp:revision>22</cp:revision>
  <dcterms:created xsi:type="dcterms:W3CDTF">2024-10-06T17:59:35Z</dcterms:created>
  <dcterms:modified xsi:type="dcterms:W3CDTF">2024-10-08T05:27:41Z</dcterms:modified>
</cp:coreProperties>
</file>